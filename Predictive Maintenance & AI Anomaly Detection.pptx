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57" r:id="rId11"/>
    <p:sldId id="258" r:id="rId12"/>
    <p:sldId id="25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520CD-73C5-4A41-A76F-98E8F41307F0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0C529-9E6E-4058-BF04-660E438B4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504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520CD-73C5-4A41-A76F-98E8F41307F0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FC40C529-9E6E-4058-BF04-660E438B4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50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520CD-73C5-4A41-A76F-98E8F41307F0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0C529-9E6E-4058-BF04-660E438B4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975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520CD-73C5-4A41-A76F-98E8F41307F0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0C529-9E6E-4058-BF04-660E438B4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986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520CD-73C5-4A41-A76F-98E8F41307F0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0C529-9E6E-4058-BF04-660E438B4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540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520CD-73C5-4A41-A76F-98E8F41307F0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0C529-9E6E-4058-BF04-660E438B4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84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520CD-73C5-4A41-A76F-98E8F41307F0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0C529-9E6E-4058-BF04-660E438B4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080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520CD-73C5-4A41-A76F-98E8F41307F0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0C529-9E6E-4058-BF04-660E438B4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491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520CD-73C5-4A41-A76F-98E8F41307F0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0C529-9E6E-4058-BF04-660E438B4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511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520CD-73C5-4A41-A76F-98E8F41307F0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0C529-9E6E-4058-BF04-660E438B4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132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520CD-73C5-4A41-A76F-98E8F41307F0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0C529-9E6E-4058-BF04-660E438B4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5581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520CD-73C5-4A41-A76F-98E8F41307F0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0C529-9E6E-4058-BF04-660E438B4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2492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520CD-73C5-4A41-A76F-98E8F41307F0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0C529-9E6E-4058-BF04-660E438B4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5968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520CD-73C5-4A41-A76F-98E8F41307F0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0C529-9E6E-4058-BF04-660E438B4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2507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520CD-73C5-4A41-A76F-98E8F41307F0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0C529-9E6E-4058-BF04-660E438B4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652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520CD-73C5-4A41-A76F-98E8F41307F0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0C529-9E6E-4058-BF04-660E438B4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8766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520CD-73C5-4A41-A76F-98E8F41307F0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0C529-9E6E-4058-BF04-660E438B4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772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94520CD-73C5-4A41-A76F-98E8F41307F0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C40C529-9E6E-4058-BF04-660E438B4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628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F26B5-80FE-19A7-A05F-7C3DBA3DA9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Predictive Maintenance &amp; AI Anomaly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8A1CDE-D064-B75E-DBDF-EE4E5BB077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End-to-End Industrial IoT Monitoring &amp; HITL Dashboard</a:t>
            </a:r>
          </a:p>
        </p:txBody>
      </p:sp>
    </p:spTree>
    <p:extLst>
      <p:ext uri="{BB962C8B-B14F-4D97-AF65-F5344CB8AC3E}">
        <p14:creationId xmlns:p14="http://schemas.microsoft.com/office/powerpoint/2010/main" val="3370683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4F003-D8BA-8758-B04C-98E4710A8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E156C-90DD-57E1-769D-24F314130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Unplanned machine downtime causes high operational costs. </a:t>
            </a:r>
          </a:p>
          <a:p>
            <a:r>
              <a:rPr lang="en-US" dirty="0"/>
              <a:t>Manual monitoring of sensor data is slow and error-prone. </a:t>
            </a:r>
          </a:p>
          <a:p>
            <a:r>
              <a:rPr lang="en-US" dirty="0"/>
              <a:t>Lack of integration between automated detection and human expertise.</a:t>
            </a:r>
            <a:br>
              <a:rPr lang="en-US" dirty="0"/>
            </a:br>
            <a:r>
              <a:rPr lang="en-US" b="1" dirty="0"/>
              <a:t>Visual:</a:t>
            </a:r>
            <a:r>
              <a:rPr lang="en-US" dirty="0"/>
              <a:t> Icon of machines with warning signs.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69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BFBF5-5F2A-10C1-B983-947DEAE7A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796D3-50B5-C086-A8A7-4DDDA172E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Real-time sensor data collection. </a:t>
            </a:r>
          </a:p>
          <a:p>
            <a:r>
              <a:rPr lang="en-US" dirty="0"/>
              <a:t>AI/ML models detect anomalies automatically. </a:t>
            </a:r>
          </a:p>
          <a:p>
            <a:r>
              <a:rPr lang="en-US" dirty="0"/>
              <a:t>Human-in-the-loop dashboard validates alerts. </a:t>
            </a:r>
          </a:p>
          <a:p>
            <a:r>
              <a:rPr lang="en-US" dirty="0"/>
              <a:t>Feedback loop stores decisions for continuous improvement.</a:t>
            </a:r>
            <a:br>
              <a:rPr lang="en-US" dirty="0"/>
            </a:br>
            <a:r>
              <a:rPr lang="en-US" b="1" dirty="0"/>
              <a:t>Visual:</a:t>
            </a:r>
            <a:r>
              <a:rPr lang="en-US" dirty="0"/>
              <a:t> High-level pipeline: Sensors → AI → HITL Dashboard → Backend Storage → Feedback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909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50F70-4C7A-0D4C-CE70-64BA64462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Overview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53A004B-F513-DAD8-72CB-8CAB57F73F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255" y="2667000"/>
            <a:ext cx="437682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343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8A908-ACB7-219B-D759-9BB8B04E4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29B4A-EBE4-356D-A907-9F28D7FDB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Sensors send real-time readings. </a:t>
            </a:r>
          </a:p>
          <a:p>
            <a:r>
              <a:rPr lang="en-US" dirty="0"/>
              <a:t>Preprocessing &amp; feature extraction. </a:t>
            </a:r>
          </a:p>
          <a:p>
            <a:r>
              <a:rPr lang="en-US" dirty="0"/>
              <a:t>AI/ML anomaly detection. </a:t>
            </a:r>
          </a:p>
          <a:p>
            <a:r>
              <a:rPr lang="en-US" dirty="0"/>
              <a:t>Alerts with anomaly scores generated. </a:t>
            </a:r>
          </a:p>
          <a:p>
            <a:r>
              <a:rPr lang="en-US" dirty="0"/>
              <a:t>Human review via HITL dashboard. </a:t>
            </a:r>
          </a:p>
          <a:p>
            <a:r>
              <a:rPr lang="en-US" dirty="0"/>
              <a:t>Feedback sent to backend → stored in database. </a:t>
            </a:r>
          </a:p>
          <a:p>
            <a:r>
              <a:rPr lang="en-US" dirty="0"/>
              <a:t>Continuous improvement and retraining.</a:t>
            </a:r>
            <a:br>
              <a:rPr lang="en-US" dirty="0"/>
            </a:br>
            <a:r>
              <a:rPr lang="en-US" b="1" dirty="0"/>
              <a:t>Visual:</a:t>
            </a:r>
            <a:r>
              <a:rPr lang="en-US" dirty="0"/>
              <a:t> Arrow flow diagram with sensors, AI model, dashboard, and DB.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64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49362-EF53-6849-098C-D12053046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/ ML Anomaly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E3868-96B5-1CF6-DD88-5AB043D0F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Multi-sensor input: temperature, vibration, pressure. </a:t>
            </a:r>
          </a:p>
          <a:p>
            <a:r>
              <a:rPr lang="en-US" dirty="0"/>
              <a:t>Detects spikes or unusual patterns. </a:t>
            </a:r>
          </a:p>
          <a:p>
            <a:r>
              <a:rPr lang="en-US" dirty="0"/>
              <a:t>Outputs </a:t>
            </a:r>
            <a:r>
              <a:rPr lang="en-US" dirty="0" err="1"/>
              <a:t>anomaly_score</a:t>
            </a:r>
            <a:r>
              <a:rPr lang="en-US" dirty="0"/>
              <a:t> &amp; severity. </a:t>
            </a:r>
          </a:p>
          <a:p>
            <a:r>
              <a:rPr lang="en-US" dirty="0"/>
              <a:t>Optional: explainable AI via /explain API.</a:t>
            </a:r>
            <a:br>
              <a:rPr lang="en-US" dirty="0"/>
            </a:br>
            <a:r>
              <a:rPr lang="en-US" b="1" dirty="0"/>
              <a:t>Visual:</a:t>
            </a:r>
            <a:r>
              <a:rPr lang="en-US" dirty="0"/>
              <a:t> ML model icon with sensor inputs and anomaly outputs.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358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67FC9-F5B3-42D1-D05E-01E5577F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Backend APIs &amp;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E082B-91DB-12DA-E566-5CCE0C905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/explain</a:t>
            </a:r>
            <a:r>
              <a:rPr lang="en-US" dirty="0"/>
              <a:t> → Returns recommendations for anomalies. </a:t>
            </a:r>
          </a:p>
          <a:p>
            <a:r>
              <a:rPr lang="en-US" b="1" dirty="0"/>
              <a:t>/feedback</a:t>
            </a:r>
            <a:r>
              <a:rPr lang="en-US" dirty="0"/>
              <a:t> → Stores human-validated decisions. </a:t>
            </a:r>
          </a:p>
          <a:p>
            <a:r>
              <a:rPr lang="en-US" dirty="0"/>
              <a:t>MongoDB / SQL / CSV storage of all sensor readings &amp; decisions. </a:t>
            </a:r>
          </a:p>
          <a:p>
            <a:r>
              <a:rPr lang="en-US" dirty="0"/>
              <a:t>Supports retraining AI models using historical data.</a:t>
            </a:r>
            <a:br>
              <a:rPr lang="en-US" dirty="0"/>
            </a:br>
            <a:r>
              <a:rPr lang="en-US" b="1" dirty="0"/>
              <a:t>Visual:</a:t>
            </a:r>
            <a:r>
              <a:rPr lang="en-US" dirty="0"/>
              <a:t> API server icon with arrows to DB &amp; dashboard.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264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31A53-4D20-0E81-370E-40D19511F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HITL Dashboard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97733-C6A3-0BD3-B132-3509BF310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Visualize multi-sensor data trends. </a:t>
            </a:r>
          </a:p>
          <a:p>
            <a:r>
              <a:rPr lang="en-US" dirty="0"/>
              <a:t>Review pending anomalies → Approve / Reject. </a:t>
            </a:r>
          </a:p>
          <a:p>
            <a:r>
              <a:rPr lang="en-US" dirty="0"/>
              <a:t>View recommendations &amp; anomaly scores. </a:t>
            </a:r>
          </a:p>
          <a:p>
            <a:r>
              <a:rPr lang="en-US" dirty="0"/>
              <a:t>Dashboard interacts with backend APIs for real-time updates.</a:t>
            </a:r>
            <a:br>
              <a:rPr lang="en-US" dirty="0"/>
            </a:br>
            <a:r>
              <a:rPr lang="en-US" b="1" dirty="0"/>
              <a:t>Visual:</a:t>
            </a:r>
            <a:r>
              <a:rPr lang="en-US" dirty="0"/>
              <a:t> Screenshot or mockup of the </a:t>
            </a:r>
            <a:r>
              <a:rPr lang="en-US" dirty="0" err="1"/>
              <a:t>Streamlit</a:t>
            </a:r>
            <a:r>
              <a:rPr lang="en-US" dirty="0"/>
              <a:t> dashboard.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790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04F11-556F-7950-AD8C-0843476F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0169E-E407-44CA-FAA4-33B7A1166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Reduced unplanned downtime. </a:t>
            </a:r>
          </a:p>
          <a:p>
            <a:r>
              <a:rPr lang="en-US" dirty="0"/>
              <a:t>Faster anomaly detection &amp; response. </a:t>
            </a:r>
          </a:p>
          <a:p>
            <a:r>
              <a:rPr lang="en-US" dirty="0"/>
              <a:t>Integrates automated AI alerts with human expertise. </a:t>
            </a:r>
          </a:p>
          <a:p>
            <a:r>
              <a:rPr lang="en-US" dirty="0"/>
              <a:t>Continuous learning &amp; improvement. </a:t>
            </a:r>
          </a:p>
          <a:p>
            <a:r>
              <a:rPr lang="en-US" dirty="0"/>
              <a:t>Scalable to multiple machines and factories.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185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B899A-91F4-344D-6107-ECD3F9B45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HITL Predictive Maintenance Dashboard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058DB5-12B6-1829-A3F3-40E59DCE1D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38745" y="2667000"/>
            <a:ext cx="5709847" cy="31242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01408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E9CED-0E12-F7DF-59FB-DFFF35F88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Alerts Needing Human Review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99934C-247E-2C81-0EA2-0429AD169C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02926" y="2667000"/>
            <a:ext cx="6381486" cy="31242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24378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999FD-04ED-E135-C39F-BE8D11D98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B5BBD-CE17-3787-F8C5-E7AA5A45F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End-to-End Industrial IoT Monitoring &amp; HITL Dashboard</a:t>
            </a:r>
          </a:p>
        </p:txBody>
      </p:sp>
    </p:spTree>
    <p:extLst>
      <p:ext uri="{BB962C8B-B14F-4D97-AF65-F5344CB8AC3E}">
        <p14:creationId xmlns:p14="http://schemas.microsoft.com/office/powerpoint/2010/main" val="10059721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Metadata/LabelInfo.xml><?xml version="1.0" encoding="utf-8"?>
<clbl:labelList xmlns:clbl="http://schemas.microsoft.com/office/2020/mipLabelMetadata">
  <clbl:label id="{4135dbef-0c16-4e68-8674-120232e7e3e7}" enabled="1" method="Standard" siteId="{65bc0b3b-7ca2-488c-ba9c-b1bebdd49af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144</TotalTime>
  <Words>352</Words>
  <Application>Microsoft Office PowerPoint</Application>
  <PresentationFormat>Widescreen</PresentationFormat>
  <Paragraphs>44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Corbel</vt:lpstr>
      <vt:lpstr>Parallax</vt:lpstr>
      <vt:lpstr>Predictive Maintenance &amp; AI Anomaly Detection</vt:lpstr>
      <vt:lpstr>The Challenge</vt:lpstr>
      <vt:lpstr>Our Solution</vt:lpstr>
      <vt:lpstr>Architecture Overview</vt:lpstr>
      <vt:lpstr>Data Pipeline</vt:lpstr>
      <vt:lpstr>AI / ML Anomaly Detection</vt:lpstr>
      <vt:lpstr>Backend APIs &amp; Storage</vt:lpstr>
      <vt:lpstr>HITL Dashboard Features</vt:lpstr>
      <vt:lpstr>System Benefits</vt:lpstr>
      <vt:lpstr>HITL Predictive Maintenance Dashboard</vt:lpstr>
      <vt:lpstr>Alerts Needing Human Review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Sanjuta Tidke</dc:creator>
  <cp:lastModifiedBy>Sanjuta Tidke</cp:lastModifiedBy>
  <cp:revision>1</cp:revision>
  <dcterms:created xsi:type="dcterms:W3CDTF">2026-04-04T15:25:25Z</dcterms:created>
  <dcterms:modified xsi:type="dcterms:W3CDTF">2026-04-04T17:50:19Z</dcterms:modified>
</cp:coreProperties>
</file>